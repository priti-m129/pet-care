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aximized">
    <p:restoredLeft sz="34592" autoAdjust="0"/>
    <p:restoredTop sz="86432" autoAdjust="0"/>
  </p:normalViewPr>
  <p:slideViewPr>
    <p:cSldViewPr>
      <p:cViewPr varScale="1">
        <p:scale>
          <a:sx n="63" d="100"/>
          <a:sy n="63" d="100"/>
        </p:scale>
        <p:origin x="-1092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264" y="105816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Title Slide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 smtClean="0"/>
              <a:t>INTERNSHIP </a:t>
            </a:r>
            <a:r>
              <a:rPr lang="en-US" b="1" dirty="0" smtClean="0"/>
              <a:t>PRESENTATION</a:t>
            </a:r>
            <a:endParaRPr lang="en-US" dirty="0" smtClean="0"/>
          </a:p>
          <a:p>
            <a:r>
              <a:rPr lang="en-US" dirty="0" smtClean="0"/>
              <a:t>Internship Title / Domain</a:t>
            </a:r>
          </a:p>
          <a:p>
            <a:r>
              <a:rPr lang="en-US" dirty="0" smtClean="0"/>
              <a:t>Student Name</a:t>
            </a:r>
          </a:p>
          <a:p>
            <a:r>
              <a:rPr lang="en-US" dirty="0" smtClean="0"/>
              <a:t>Roll No.</a:t>
            </a:r>
          </a:p>
          <a:p>
            <a:r>
              <a:rPr lang="en-US" dirty="0" smtClean="0"/>
              <a:t>T.E. (Branch &amp; Division)</a:t>
            </a:r>
          </a:p>
          <a:p>
            <a:r>
              <a:rPr lang="en-US" dirty="0" smtClean="0"/>
              <a:t>College Name</a:t>
            </a:r>
          </a:p>
          <a:p>
            <a:r>
              <a:rPr lang="en-US" dirty="0" smtClean="0"/>
              <a:t>Company / Organization Name</a:t>
            </a:r>
          </a:p>
          <a:p>
            <a:r>
              <a:rPr lang="en-US" dirty="0" smtClean="0"/>
              <a:t>Academic Year: 2025–26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Brief overview of the internship</a:t>
            </a:r>
          </a:p>
          <a:p>
            <a:r>
              <a:rPr lang="en-US" dirty="0" smtClean="0"/>
              <a:t>Objective of the internship</a:t>
            </a:r>
          </a:p>
          <a:p>
            <a:r>
              <a:rPr lang="en-US" dirty="0" smtClean="0"/>
              <a:t>Internship duration (Start date – End date)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Company / Organization Profile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Name of the organization</a:t>
            </a:r>
          </a:p>
          <a:p>
            <a:r>
              <a:rPr lang="en-US" dirty="0" smtClean="0"/>
              <a:t>Location</a:t>
            </a:r>
          </a:p>
          <a:p>
            <a:r>
              <a:rPr lang="en-US" dirty="0" smtClean="0"/>
              <a:t>Type of organization</a:t>
            </a:r>
          </a:p>
          <a:p>
            <a:r>
              <a:rPr lang="en-US" dirty="0" smtClean="0"/>
              <a:t>Products / Services offered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Internship Overview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Internship role / designation</a:t>
            </a:r>
          </a:p>
          <a:p>
            <a:r>
              <a:rPr lang="en-US" dirty="0" smtClean="0"/>
              <a:t>Department / team</a:t>
            </a:r>
          </a:p>
          <a:p>
            <a:r>
              <a:rPr lang="en-US" dirty="0" smtClean="0"/>
              <a:t>Mentor / supervisor name</a:t>
            </a:r>
          </a:p>
          <a:p>
            <a:r>
              <a:rPr lang="en-US" dirty="0" smtClean="0"/>
              <a:t>Working mode (Online / Offline / Hybrid)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Tools &amp; Technologies Used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Programming languages</a:t>
            </a:r>
          </a:p>
          <a:p>
            <a:r>
              <a:rPr lang="en-US" dirty="0" smtClean="0"/>
              <a:t>Software / platforms</a:t>
            </a:r>
          </a:p>
          <a:p>
            <a:r>
              <a:rPr lang="en-US" dirty="0" smtClean="0"/>
              <a:t>Hardware / frameworks (if any)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Problem Statement / Task Assigned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Problem statement OR project title</a:t>
            </a:r>
          </a:p>
          <a:p>
            <a:r>
              <a:rPr lang="en-US" dirty="0" smtClean="0"/>
              <a:t>Description of assigned work</a:t>
            </a:r>
          </a:p>
          <a:p>
            <a:r>
              <a:rPr lang="en-US" dirty="0" smtClean="0"/>
              <a:t>Objectives of the task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Methodology / Workflow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Approach followed</a:t>
            </a:r>
          </a:p>
          <a:p>
            <a:r>
              <a:rPr lang="en-US" dirty="0" smtClean="0"/>
              <a:t>Step-by-step process</a:t>
            </a:r>
          </a:p>
          <a:p>
            <a:r>
              <a:rPr lang="en-US" dirty="0" smtClean="0"/>
              <a:t>Flowchart / diagram (optional)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Work Performed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Tasks completed during internship</a:t>
            </a:r>
          </a:p>
          <a:p>
            <a:r>
              <a:rPr lang="en-US" dirty="0" smtClean="0"/>
              <a:t>Modules / features developed</a:t>
            </a:r>
          </a:p>
          <a:p>
            <a:r>
              <a:rPr lang="en-US" dirty="0" smtClean="0"/>
              <a:t>Screenshots / images (if applicable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Results / Outcomes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Final output</a:t>
            </a:r>
          </a:p>
          <a:p>
            <a:r>
              <a:rPr lang="en-US" dirty="0" smtClean="0"/>
              <a:t>Results achieved</a:t>
            </a:r>
          </a:p>
          <a:p>
            <a:r>
              <a:rPr lang="en-US" dirty="0" smtClean="0"/>
              <a:t>Performance improvement / achievements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Learning Outcomes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Technical skills gained</a:t>
            </a:r>
          </a:p>
          <a:p>
            <a:r>
              <a:rPr lang="en-US" dirty="0" smtClean="0"/>
              <a:t>Tools / technologies learned</a:t>
            </a:r>
          </a:p>
          <a:p>
            <a:r>
              <a:rPr lang="en-US" dirty="0" smtClean="0"/>
              <a:t>Soft skills developed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Challenges Faced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Challenges encountered</a:t>
            </a:r>
          </a:p>
          <a:p>
            <a:r>
              <a:rPr lang="en-US" dirty="0" smtClean="0"/>
              <a:t>Solutions implemented</a:t>
            </a:r>
          </a:p>
          <a:p>
            <a:r>
              <a:rPr lang="en-US" dirty="0" smtClean="0"/>
              <a:t>Key takeaways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Conclusion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Summary of internship experience</a:t>
            </a:r>
          </a:p>
          <a:p>
            <a:r>
              <a:rPr lang="en-US" dirty="0" smtClean="0"/>
              <a:t>Overall learning and benefits</a:t>
            </a:r>
          </a:p>
          <a:p>
            <a:r>
              <a:rPr lang="en-US" dirty="0" smtClean="0"/>
              <a:t>Relevance to academics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Future Scope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Possible improvements</a:t>
            </a:r>
          </a:p>
          <a:p>
            <a:r>
              <a:rPr lang="en-US" dirty="0" smtClean="0"/>
              <a:t>Future enhancements</a:t>
            </a:r>
          </a:p>
          <a:p>
            <a:r>
              <a:rPr lang="en-US" dirty="0" smtClean="0"/>
              <a:t>Applications of the work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Acknowledgement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Organization / company</a:t>
            </a:r>
          </a:p>
          <a:p>
            <a:r>
              <a:rPr lang="en-US" dirty="0" smtClean="0"/>
              <a:t>Internship mentor</a:t>
            </a:r>
          </a:p>
          <a:p>
            <a:r>
              <a:rPr lang="en-US" dirty="0" smtClean="0"/>
              <a:t>Faculty coordinator</a:t>
            </a:r>
          </a:p>
          <a:p>
            <a:r>
              <a:rPr lang="en-US" dirty="0" smtClean="0"/>
              <a:t>Department &amp; college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Thank You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Questions?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216</Words>
  <Application>Microsoft Office PowerPoint</Application>
  <PresentationFormat>On-screen Show (4:3)</PresentationFormat>
  <Paragraphs>66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Title Slide </vt:lpstr>
      <vt:lpstr>Introduction</vt:lpstr>
      <vt:lpstr>Company / Organization Profile </vt:lpstr>
      <vt:lpstr>Internship Overview </vt:lpstr>
      <vt:lpstr>Tools &amp; Technologies Used </vt:lpstr>
      <vt:lpstr>Problem Statement / Task Assigned </vt:lpstr>
      <vt:lpstr>Methodology / Workflow </vt:lpstr>
      <vt:lpstr>Work Performed </vt:lpstr>
      <vt:lpstr>Results / Outcomes </vt:lpstr>
      <vt:lpstr>Learning Outcomes </vt:lpstr>
      <vt:lpstr>Challenges Faced </vt:lpstr>
      <vt:lpstr>Conclusion </vt:lpstr>
      <vt:lpstr>Future Scope </vt:lpstr>
      <vt:lpstr>Acknowledgement </vt:lpstr>
      <vt:lpstr>Thank You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TSSM</dc:creator>
  <cp:lastModifiedBy>TSSM</cp:lastModifiedBy>
  <cp:revision>4</cp:revision>
  <dcterms:created xsi:type="dcterms:W3CDTF">2006-08-16T00:00:00Z</dcterms:created>
  <dcterms:modified xsi:type="dcterms:W3CDTF">2026-02-01T00:21:24Z</dcterms:modified>
</cp:coreProperties>
</file>